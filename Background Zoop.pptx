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ACDCD3"/>
    <a:srgbClr val="18325C"/>
    <a:srgbClr val="E231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24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7052B-7640-A386-220A-BF2ED8F19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740826-6D63-6EC2-8F92-829FCF3A5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BBFAB-14A6-4674-25C4-ECA5EED91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E52ED6-AB22-944F-A488-E4EB2B960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01CB0-20DC-FED3-AC4E-7BCEEF94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43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375A7-A289-9C34-5CCD-BEEA1AB6A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EA104-4F99-7E06-F15A-12CF2548F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DE925-5CF9-9A32-F940-387E905B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90A65-C6D1-2563-689C-052E10281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F7116-BFA3-9665-BED2-22E249B80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6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3E77-3046-F2FC-1069-EBD2E4ADC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BF82F1-D173-EB3C-4B6A-348CB50C3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735BE-4AE2-6220-05AF-8CBB6400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7FFB7-8D90-FC26-E716-3589430D6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DBE0C-D3B1-54FC-4F4B-A7BB59E63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596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33DF5-E24F-ADC7-D943-8A5741E7E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9621-FCD8-B2F0-BD09-ECF8160CA8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8F285-56D5-651E-E451-A0837BA6B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E879D-96BE-7A13-1004-DB04EC2C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5C9225-3F38-090C-72A2-CE7733BB2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31FFBD-7824-62E3-057B-6B7CDB2C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653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1AF6-0172-1F9A-0CBF-BB6C73340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0F278-4099-8255-B36E-FC0A59E79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43B3A-670C-B544-0F70-6143EC97F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A1A691-B167-A59F-A61A-E10294FCAE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8F2EBE-F075-C59B-37F9-D37522BA8F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9A0A55-69F6-984D-9592-0083C73FC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A02AF-AAEE-907F-062C-51EB8BEA1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4DA35E-8E87-CDF8-5CC0-AB28B0AF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3551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ABD1-D30E-47BE-8049-DCFA6C2A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C72BB7-3E2E-A009-8AC4-17046C69B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314BB-C523-393E-418C-4029281D0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8D193-4F22-B87E-A29B-D1B3BC738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930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8A00E7-25EC-D7F8-307F-739CEB13E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A21EF-30DA-05D6-F3C1-35DC6C0B4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7D980-CAAC-CB1F-285D-807CB353F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140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182C8-0119-E1AB-367A-1340CD2C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42D84-0705-CF60-287D-F18A84FE4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DE469B-8498-D398-C40C-FAE55F2C8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E0393-532D-21CA-FD86-8CBB326C9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2BD083-D6E6-24E8-3D89-A6688BD40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2016F3-D508-A3FD-F7D9-33A1B06EC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928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95C1-B3BE-FDE4-A59C-08502FAD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1C1EEA-786F-56A9-7217-4A16AD032F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7E6BF-5028-6A50-EABC-DBB66A51E7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095483-669B-4064-91A2-79B839BCF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EB87BD-55E9-CD48-4768-84AAFCE5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54F72-74AD-2C0F-80FE-D8C563907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9004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D7FA9-3D74-4DFF-CBC8-A57FEBBF4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FD7DEA-5DA5-C6F9-F72A-266A5B0CFA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F5483-DDA8-F3A2-C25F-2848B6CA2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AEA56-BE18-19B4-8C60-B33234808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52E435-7DB6-3037-F815-BA94ED83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3492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9EB247-491E-7074-09CD-186A42D38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3C39B-A8C4-D2D4-22A4-DD9576BEE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27CA-2EE3-B9B9-4CF6-37A0A63E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FBE87-AB2C-9946-6A3E-7A4679ED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0801C-39C0-4CA9-DE8E-5BBA5283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5463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60297D-2C51-9DAA-70D9-B5C380949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9AF001-24E6-8E15-FA40-6B70D10102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CCC2E-E6D8-A73F-C46B-1E56943BED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B9F125-9C92-4F42-937B-0B9E7A11347D}" type="datetimeFigureOut">
              <a:rPr lang="pt-BR" smtClean="0"/>
              <a:t>07/07/2025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45941-3D45-5F33-9C2C-AD54E30B11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AA589-BAF6-0BC6-D622-884FDEB43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F837C-055F-4294-9645-9F76878CCE8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61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C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6F084E9-5D73-8F68-D628-66818FEADDF7}"/>
              </a:ext>
            </a:extLst>
          </p:cNvPr>
          <p:cNvSpPr/>
          <p:nvPr/>
        </p:nvSpPr>
        <p:spPr>
          <a:xfrm rot="1569882">
            <a:off x="10727072" y="914330"/>
            <a:ext cx="914400" cy="6697148"/>
          </a:xfrm>
          <a:prstGeom prst="rect">
            <a:avLst/>
          </a:prstGeom>
          <a:solidFill>
            <a:srgbClr val="E231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63D932-8A32-4604-70A9-15751A8AA69F}"/>
              </a:ext>
            </a:extLst>
          </p:cNvPr>
          <p:cNvSpPr/>
          <p:nvPr/>
        </p:nvSpPr>
        <p:spPr>
          <a:xfrm rot="1569882">
            <a:off x="9949465" y="-442776"/>
            <a:ext cx="914400" cy="8446442"/>
          </a:xfrm>
          <a:prstGeom prst="rect">
            <a:avLst/>
          </a:prstGeom>
          <a:solidFill>
            <a:srgbClr val="18325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33AA47-886C-E031-B2DC-C34B644D6898}"/>
              </a:ext>
            </a:extLst>
          </p:cNvPr>
          <p:cNvSpPr/>
          <p:nvPr/>
        </p:nvSpPr>
        <p:spPr>
          <a:xfrm>
            <a:off x="261730" y="175087"/>
            <a:ext cx="11668539" cy="6507825"/>
          </a:xfrm>
          <a:prstGeom prst="rect">
            <a:avLst/>
          </a:prstGeom>
          <a:solidFill>
            <a:srgbClr val="EBEBEB"/>
          </a:solidFill>
          <a:ln>
            <a:noFill/>
          </a:ln>
          <a:effectLst>
            <a:outerShdw blurRad="215900" dist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AF6500-2AD4-29EC-D031-28189CA0C1CF}"/>
              </a:ext>
            </a:extLst>
          </p:cNvPr>
          <p:cNvSpPr/>
          <p:nvPr/>
        </p:nvSpPr>
        <p:spPr>
          <a:xfrm>
            <a:off x="347869" y="260721"/>
            <a:ext cx="1331843" cy="6309043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CAD129-FC15-0B57-35AD-073B157118D8}"/>
              </a:ext>
            </a:extLst>
          </p:cNvPr>
          <p:cNvSpPr/>
          <p:nvPr/>
        </p:nvSpPr>
        <p:spPr>
          <a:xfrm>
            <a:off x="1881808" y="636499"/>
            <a:ext cx="2176121" cy="1017610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11" descr="A pink and black letter&#10;&#10;AI-generated content may be incorrect.">
            <a:extLst>
              <a:ext uri="{FF2B5EF4-FFF2-40B4-BE49-F238E27FC236}">
                <a16:creationId xmlns:a16="http://schemas.microsoft.com/office/drawing/2014/main" id="{75D0A95B-DF12-1B2B-E8AA-26A86DBE19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0504" y="941890"/>
            <a:ext cx="2843627" cy="406828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76E34B-2299-7914-AB3E-2ED4380A3661}"/>
              </a:ext>
            </a:extLst>
          </p:cNvPr>
          <p:cNvSpPr/>
          <p:nvPr/>
        </p:nvSpPr>
        <p:spPr>
          <a:xfrm>
            <a:off x="4215046" y="636499"/>
            <a:ext cx="2176121" cy="1017610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EFD0850-3BFA-7129-6214-A642849A3007}"/>
              </a:ext>
            </a:extLst>
          </p:cNvPr>
          <p:cNvSpPr/>
          <p:nvPr/>
        </p:nvSpPr>
        <p:spPr>
          <a:xfrm>
            <a:off x="6548284" y="636499"/>
            <a:ext cx="2176121" cy="1017610"/>
          </a:xfrm>
          <a:prstGeom prst="roundRect">
            <a:avLst/>
          </a:prstGeom>
          <a:solidFill>
            <a:srgbClr val="ACDC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2BC09C-C6D9-DF7D-971F-C401DB4B7C5D}"/>
              </a:ext>
            </a:extLst>
          </p:cNvPr>
          <p:cNvSpPr/>
          <p:nvPr/>
        </p:nvSpPr>
        <p:spPr>
          <a:xfrm>
            <a:off x="1881808" y="1759227"/>
            <a:ext cx="3644349" cy="4810538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159037A-6FFB-47D2-0B65-AB36F90CB2AF}"/>
              </a:ext>
            </a:extLst>
          </p:cNvPr>
          <p:cNvSpPr/>
          <p:nvPr/>
        </p:nvSpPr>
        <p:spPr>
          <a:xfrm>
            <a:off x="5700546" y="1759227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87D5A31-3971-A281-0300-76C1AFA99DC6}"/>
              </a:ext>
            </a:extLst>
          </p:cNvPr>
          <p:cNvSpPr/>
          <p:nvPr/>
        </p:nvSpPr>
        <p:spPr>
          <a:xfrm>
            <a:off x="8820272" y="1759227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0BDB41B-3E2F-1BB7-9E93-9D1FC456826D}"/>
              </a:ext>
            </a:extLst>
          </p:cNvPr>
          <p:cNvSpPr/>
          <p:nvPr/>
        </p:nvSpPr>
        <p:spPr>
          <a:xfrm>
            <a:off x="5700546" y="4194555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EB76AE0-7632-086C-3E2A-D06C787B0DC7}"/>
              </a:ext>
            </a:extLst>
          </p:cNvPr>
          <p:cNvSpPr/>
          <p:nvPr/>
        </p:nvSpPr>
        <p:spPr>
          <a:xfrm>
            <a:off x="8820272" y="4194555"/>
            <a:ext cx="3023859" cy="2335695"/>
          </a:xfrm>
          <a:prstGeom prst="roundRect">
            <a:avLst>
              <a:gd name="adj" fmla="val 4986"/>
            </a:avLst>
          </a:prstGeom>
          <a:solidFill>
            <a:srgbClr val="EBEBE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9087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Frizo</dc:creator>
  <cp:lastModifiedBy>Henrique Frizo</cp:lastModifiedBy>
  <cp:revision>1</cp:revision>
  <dcterms:created xsi:type="dcterms:W3CDTF">2025-07-07T16:46:46Z</dcterms:created>
  <dcterms:modified xsi:type="dcterms:W3CDTF">2025-07-07T16:50:28Z</dcterms:modified>
</cp:coreProperties>
</file>